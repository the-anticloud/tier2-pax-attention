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Anticloud FZ LLE · PAX L5 Narrow L2 General 27B · Anticloud Corpus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*Version: 1.0 · Effective:*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*Issuer:* Anticloud FZ LLE, Dubai, UAE · 0-1.gg · sales@0-1.gg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*Harvard Dataverse:* DOI 10.7910/DVN/YMJKOG ·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Preamble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This Enterprise Letter of Intent ("Enterprise LOI") is required before any organization, company, individual contractor, or developer deploys, integrates, or uses any Anticloud Software, specifically the *Pax Attention* module — including PAX L5 Narrow L2 General 27B — in any context that: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Services any client, customer, or external user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Generates revenue, directly or indirectly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2 or more employees accessing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Involves any regulated data (health, financial, government, legal, defense)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Reaches any private consumer outside your personal development environment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*Submit this completed LOI to sales@0-1.gg and lois@0-1.gg before deployment.*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2 — Intended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2.1 Describe the specific use case(s) for which you intend to deploy Anticloud Software: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&gt; _______________________________________________________________________________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2.2 Check all applicable domains: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Healthcare / clinical (HIPAA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Financial services (PCI-DSS / SEC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Government / public sector (FedRAMP regulated)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Legal / compliance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Defense / intelligence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Enterprise SaaS (general)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Developer tools / API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Education / edtech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Other: _____________________________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2.3 Will real patient, financial, or government data be processed?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 ☐ Anonymized only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2.4 Will the Software be exposed via an API to external users?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☐ Yes ☐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3 — License Tier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Based on your organization size and use case, select the applicable license tier: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*Selected tier:* _________________________________ (must be completed before deployment)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4 — Compliance Certifications Required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4.1 For Healthcare use: Organization must hold or be actively pursuing HIPAA Business Associate Agreement (BAA). Anticloud FZ LLE will provide BAA template upon license execution.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4.2 For Government use: Organization must identify the applicable regulatory framework (FedRAMP, CMMC, IRAP, etc.). Anticloud FZ LLE provides AIOSS chain documentation for FedRAMP Moderate evidence packages.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4.3 For Financial use: Organization must hold or be pursuing PCI-DSS 4.0 certification or equivalent. AIOSS chain entries serve as audit evidence.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4.4 For UAE / GCC government use: Data residency must remain within UAE. Air-gap deployment required. Anticloud FZ LLE provides deployment guide for UAE Critical Infrastructure compliance.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5 — IP and Data Terms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5.1 All model weights, AIOSS specifications, KANTOR K5 specifications, and Anticloud corpus materials remain the exclusive intellectual property of Anticloud FZ LLE and Lois-Kleinner Alpasan (ORCID 0009-0009-2233-6107).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5.2 USPTO patent applications pending. Any use that constitutes infringement of pending or granted patents is prohibited.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5.3 Enterprise license grants a non-exclusive, non-transferable right to use, not ownership of, the Software.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5.4 Customer inference data, prompts, and outputs processed by the Software remain the property of the Customer. Anticloud FZ LLE claims no rights over customer data.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5.5 Outputs of PAX L5 Narrow L2 General 27B are AI-generated. Customer bears full responsibility for review, validation, and any decisions made on the basis of AI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6 — AIOSS Audit Chain Obligation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6.1 Enterprise deployments must maintain an active AIOSS SHA3-256 audit chain on all production inferences.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6.2 AIOSS ledger entries must be preserved for a minimum of 7 years for regulated domains (healthcare, finance, government).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6.3 Upon request by regulators or auditors, Customer must be able to produce AIOSS chain entries for any specific inference within 48 hours.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7 — Notification and Reporting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7.1 Customer must notify sales@0-1.gg within 30 days of: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Exceeding the employee or customer thresholds for the selected license tier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Expanding use into new regulated domains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Any security incident involving the Software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7.2 Annual usage report (inference volume, deployment count, customer count) to be provided to Anticloud FZ LLE within 30 days of each license anniversary.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8 — Governing Law and Dispute Resolution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8.1 This Enterprise LOI and any resulting license agreement are governed by the laws of the Dubai International Financial Centre (DIFC), UAE.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8.2 Disputes shall first be subject to good-faith negotiation for 30 days, then DIFC Courts arbitration.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Article 9 — Submission Instructions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*Complete this form and email to:*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sales@0-1.gg (primary)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lois@0-1.gg (CC)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*Subject line:* Enterprise LOI — [ORGANIZATION NAME] — [LICENSE TIER]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*Response time:* Anticloud FZ LLE will respond within 2 business days with a commercial license agreement for execution.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400" b="1">
                <a:solidFill>
                  <a:srgbClr val="C83218"/>
                </a:solidFill>
              </a:rPr>
              <a:t>Signature Block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By signing, you confirm this information is accurate and that your organization will not deploy Anticloud Software commercially until a fully executed Enterprise License Agreement is in place.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*Anticloud FZ LLE*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Lois-Kleinner Alpasan, Founder &amp; CEO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0-1.gg · sales@0-1.gg · ORCID 0009-0009-2233-6107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Anticommons Enterprise License 1.0 · October 2026</a:t>
            </a:r>
          </a:p>
          <a:p>
            <a:pPr>
              <a:spcAft>
                <a:spcPts val="400"/>
              </a:spcAft>
              <a:defRPr sz="1300">
                <a:solidFill>
                  <a:srgbClr val="0D0D0C"/>
                </a:solidFill>
              </a:defRPr>
            </a:pPr>
            <a:r>
              <a:t>Genesis: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777777"/>
                </a:solidFill>
              </a:defRPr>
            </a:pPr>
            <a:r>
              <a:t>Anticloud FZ LLE · 0-1.gg · lois@0-1.gg ·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